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01" r:id="rId3"/>
    <p:sldId id="284" r:id="rId4"/>
    <p:sldId id="295" r:id="rId5"/>
    <p:sldId id="291" r:id="rId6"/>
    <p:sldId id="261" r:id="rId7"/>
  </p:sldIdLst>
  <p:sldSz cx="18288000" cy="10287000"/>
  <p:notesSz cx="6858000" cy="9144000"/>
  <p:embeddedFontLst>
    <p:embeddedFont>
      <p:font typeface="Nanum Gothic" panose="020B0600000101010101" charset="-127"/>
      <p:regular r:id="rId10"/>
    </p:embeddedFont>
    <p:embeddedFont>
      <p:font typeface="Nanum Gothic Bold" panose="020B0600000101010101" charset="-127"/>
      <p:regular r:id="rId11"/>
    </p:embeddedFont>
    <p:embeddedFont>
      <p:font typeface="나눔스퀘어" panose="020B0600000101010101" pitchFamily="50" charset="-127"/>
      <p:regular r:id="rId12"/>
    </p:embeddedFont>
    <p:embeddedFont>
      <p:font typeface="나눔스퀘어 Bold" panose="020B0600000101010101" pitchFamily="50" charset="-127"/>
      <p:bold r:id="rId13"/>
    </p:embeddedFont>
    <p:embeddedFont>
      <p:font typeface="나눔스퀘어 ExtraBold" panose="020B0600000101010101" pitchFamily="50" charset="-127"/>
      <p:bold r:id="rId14"/>
    </p:embeddedFont>
    <p:embeddedFont>
      <p:font typeface="나눔스퀘어 Light" panose="020B0600000101010101" pitchFamily="50" charset="-127"/>
      <p:regular r:id="rId15"/>
    </p:embeddedFont>
    <p:embeddedFont>
      <p:font typeface="나눔스퀘어OTF" panose="020B0600000101010101" pitchFamily="34" charset="-127"/>
      <p:regular r:id="rId16"/>
    </p:embeddedFont>
    <p:embeddedFont>
      <p:font typeface="나눔스퀘어OTF Bold" panose="020B0600000101010101" pitchFamily="34" charset="-127"/>
      <p:bold r:id="rId17"/>
    </p:embeddedFont>
    <p:embeddedFont>
      <p:font typeface="나눔스퀘어OTF ExtraBold" panose="020B0600000101010101" pitchFamily="34" charset="-127"/>
      <p:bold r:id="rId18"/>
    </p:embeddedFont>
    <p:embeddedFont>
      <p:font typeface="나눔스퀘어OTF_ac Bold" panose="020B0600000101010101" pitchFamily="34" charset="-127"/>
      <p:bold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4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83" autoAdjust="0"/>
    <p:restoredTop sz="94379" autoAdjust="0"/>
  </p:normalViewPr>
  <p:slideViewPr>
    <p:cSldViewPr>
      <p:cViewPr varScale="1">
        <p:scale>
          <a:sx n="71" d="100"/>
          <a:sy n="71" d="100"/>
        </p:scale>
        <p:origin x="68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CEE63A6-C9A6-5122-91EB-5058E3ACB5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4F6870-AFB8-60C0-1E46-6003A9E475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1BF6D-01A3-4B5A-B6BA-8C7F60875E4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EE0B48-29E2-FF84-DAD1-918C28C30A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BB6428-29BF-DAEA-4199-38E6A41869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ECE43-A202-40A5-9568-CE8C63AA2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5175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2F99F-4F46-407D-9984-D3A1E843AB2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51DD0-812E-4DF7-A023-F1E93A775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3564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731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326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85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430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이상으로 발표를 마치도로 하겠습니다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감사합니다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C51DD0-812E-4DF7-A023-F1E93A775D7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874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60F9C-62F2-4B5A-BE5B-0118C714A69F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668D-19F7-4407-9527-4678A6A01AF5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61A0-4F8F-4346-9239-8E302A37038A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A88C5-B9C7-4500-9962-CB765E61259A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E842-F4CE-499C-AC76-5B26E9A059C6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DC161-8BDA-44DD-BFA8-BA5F997283D1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77B1E-21DA-432E-A3A1-8032ECDE3D88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E0123-F9F5-48C7-A949-3E987880CE4E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55B1-3BBA-4ED1-BFE5-96BD61675BCF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4FA04-FA72-462C-AA18-DDC64DEA1201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16A6F-2F15-46F3-8089-07300E25C8FA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C3F99-F155-4D42-9B75-F4FAB9E48985}" type="datetime1">
              <a:rPr lang="en-US" altLang="ko-KR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6243439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id="3" name="Group 3"/>
          <p:cNvGrpSpPr/>
          <p:nvPr/>
        </p:nvGrpSpPr>
        <p:grpSpPr>
          <a:xfrm>
            <a:off x="12573000" y="5027241"/>
            <a:ext cx="5493763" cy="771670"/>
            <a:chOff x="0" y="0"/>
            <a:chExt cx="5836208" cy="1028893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836208" cy="1028893"/>
              <a:chOff x="0" y="0"/>
              <a:chExt cx="5360507" cy="945029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360507" cy="945029"/>
              </a:xfrm>
              <a:custGeom>
                <a:avLst/>
                <a:gdLst/>
                <a:ahLst/>
                <a:cxnLst/>
                <a:rect l="l" t="t" r="r" b="b"/>
                <a:pathLst>
                  <a:path w="5360507" h="945029">
                    <a:moveTo>
                      <a:pt x="4806787" y="945029"/>
                    </a:moveTo>
                    <a:lnTo>
                      <a:pt x="553720" y="945029"/>
                    </a:lnTo>
                    <a:cubicBezTo>
                      <a:pt x="247650" y="945029"/>
                      <a:pt x="0" y="733433"/>
                      <a:pt x="0" y="473042"/>
                    </a:cubicBezTo>
                    <a:cubicBezTo>
                      <a:pt x="0" y="211567"/>
                      <a:pt x="247650" y="0"/>
                      <a:pt x="553720" y="0"/>
                    </a:cubicBezTo>
                    <a:lnTo>
                      <a:pt x="4806787" y="0"/>
                    </a:lnTo>
                    <a:cubicBezTo>
                      <a:pt x="5112857" y="0"/>
                      <a:pt x="5360507" y="211567"/>
                      <a:pt x="5360507" y="473042"/>
                    </a:cubicBezTo>
                    <a:cubicBezTo>
                      <a:pt x="5359237" y="733433"/>
                      <a:pt x="5111587" y="945029"/>
                      <a:pt x="4806787" y="945029"/>
                    </a:cubicBezTo>
                    <a:close/>
                  </a:path>
                </a:pathLst>
              </a:custGeom>
              <a:solidFill>
                <a:srgbClr val="FA643F"/>
              </a:solidFill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536213" y="254776"/>
              <a:ext cx="4762395" cy="471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3"/>
                </a:lnSpc>
              </a:pPr>
              <a:r>
                <a:rPr lang="en-US" sz="2102">
                  <a:solidFill>
                    <a:srgbClr val="FFFFFF"/>
                  </a:solidFill>
                  <a:latin typeface="나눔스퀘어OTF Bold" panose="020B0600000101010101" pitchFamily="34" charset="-127"/>
                  <a:ea typeface="나눔스퀘어OTF Bold" panose="020B0600000101010101" pitchFamily="34" charset="-127"/>
                </a:rPr>
                <a:t>Report</a:t>
              </a:r>
              <a:endParaRPr lang="en-US" sz="2102" dirty="0">
                <a:solidFill>
                  <a:srgbClr val="FFFFF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66090" y="8207818"/>
            <a:ext cx="6199171" cy="46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날짜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}}</a:t>
            </a:r>
            <a:endParaRPr lang="en-US" altLang="ko-KR" sz="2700" dirty="0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266090" y="7902181"/>
            <a:ext cx="6199171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447800" y="1485900"/>
            <a:ext cx="15931861" cy="1530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699"/>
              </a:lnSpc>
            </a:pPr>
            <a:r>
              <a:rPr lang="en-US" altLang="ko-KR" sz="6000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{{</a:t>
            </a:r>
            <a:r>
              <a:rPr lang="ko-KR" altLang="en-US" sz="6000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제목</a:t>
            </a:r>
            <a:r>
              <a:rPr lang="en-US" altLang="ko-KR" sz="6000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}}</a:t>
            </a:r>
            <a:endParaRPr lang="en-US" altLang="ko-KR" sz="6000" dirty="0">
              <a:solidFill>
                <a:srgbClr val="000000"/>
              </a:solidFill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822739" y="7902181"/>
            <a:ext cx="6199171" cy="1254296"/>
            <a:chOff x="0" y="0"/>
            <a:chExt cx="8265562" cy="167239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407516"/>
              <a:ext cx="8265562" cy="1264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altLang="ko-KR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{{</a:t>
              </a:r>
              <a:r>
                <a:rPr lang="ko-KR" altLang="en-US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조직</a:t>
              </a:r>
              <a:r>
                <a:rPr lang="en-US" altLang="ko-KR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}}</a:t>
              </a:r>
            </a:p>
            <a:p>
              <a:pPr marL="0" lvl="0" indent="0"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{{</a:t>
              </a:r>
              <a:r>
                <a:rPr lang="ko-KR" altLang="en-US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이름</a:t>
              </a:r>
              <a:r>
                <a:rPr lang="en-US" altLang="ko-KR" sz="2700">
                  <a:solidFill>
                    <a:srgbClr val="000000"/>
                  </a:solidFill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}}</a:t>
              </a:r>
              <a:endParaRPr lang="en-US" sz="27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5" name="AutoShape 15"/>
            <p:cNvSpPr/>
            <p:nvPr/>
          </p:nvSpPr>
          <p:spPr>
            <a:xfrm>
              <a:off x="0" y="0"/>
              <a:ext cx="8265562" cy="0"/>
            </a:xfrm>
            <a:prstGeom prst="line">
              <a:avLst/>
            </a:prstGeom>
            <a:ln w="25400" cap="flat">
              <a:solidFill>
                <a:srgbClr val="FA643F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617EB28-F72F-4BB0-3F7B-F8C5E2D0B8DE}"/>
              </a:ext>
            </a:extLst>
          </p:cNvPr>
          <p:cNvSpPr txBox="1"/>
          <p:nvPr/>
        </p:nvSpPr>
        <p:spPr>
          <a:xfrm>
            <a:off x="8461735" y="999417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- 1 -</a:t>
            </a:r>
            <a:endParaRPr lang="ko-KR" altLang="en-US" sz="14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1" y="0"/>
            <a:ext cx="6400800" cy="10287000"/>
          </a:xfrm>
          <a:prstGeom prst="rect">
            <a:avLst/>
          </a:prstGeom>
          <a:solidFill>
            <a:srgbClr val="F1F1F1"/>
          </a:solidFill>
        </p:spPr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E6719929-B479-7814-924E-C0D924F50AA4}"/>
              </a:ext>
            </a:extLst>
          </p:cNvPr>
          <p:cNvSpPr txBox="1"/>
          <p:nvPr/>
        </p:nvSpPr>
        <p:spPr>
          <a:xfrm>
            <a:off x="685801" y="1083793"/>
            <a:ext cx="5181600" cy="535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4800" dirty="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INDEX</a:t>
            </a: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F310D80F-8264-C0EE-7C5F-09ACC5C6DB94}"/>
              </a:ext>
            </a:extLst>
          </p:cNvPr>
          <p:cNvSpPr/>
          <p:nvPr/>
        </p:nvSpPr>
        <p:spPr>
          <a:xfrm>
            <a:off x="685801" y="629109"/>
            <a:ext cx="5410200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50">
            <a:extLst>
              <a:ext uri="{FF2B5EF4-FFF2-40B4-BE49-F238E27FC236}">
                <a16:creationId xmlns:a16="http://schemas.microsoft.com/office/drawing/2014/main" id="{D95F5E7F-C29B-75AE-A357-7D43F69C9BDF}"/>
              </a:ext>
            </a:extLst>
          </p:cNvPr>
          <p:cNvSpPr txBox="1"/>
          <p:nvPr/>
        </p:nvSpPr>
        <p:spPr>
          <a:xfrm>
            <a:off x="7695397" y="571500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{{</a:t>
            </a:r>
            <a:r>
              <a:rPr lang="ko-KR" altLang="en-US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목차</a:t>
            </a: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1}}</a:t>
            </a:r>
            <a:endParaRPr lang="en-US" sz="3600" dirty="0">
              <a:solidFill>
                <a:srgbClr val="000000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20" name="TextBox 64">
            <a:extLst>
              <a:ext uri="{FF2B5EF4-FFF2-40B4-BE49-F238E27FC236}">
                <a16:creationId xmlns:a16="http://schemas.microsoft.com/office/drawing/2014/main" id="{B8D96F38-D24D-4B4E-247A-524E77F7B5CF}"/>
              </a:ext>
            </a:extLst>
          </p:cNvPr>
          <p:cNvSpPr txBox="1"/>
          <p:nvPr/>
        </p:nvSpPr>
        <p:spPr>
          <a:xfrm>
            <a:off x="6785380" y="955772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 dirty="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01</a:t>
            </a:r>
          </a:p>
        </p:txBody>
      </p:sp>
      <p:sp>
        <p:nvSpPr>
          <p:cNvPr id="21" name="TextBox 50">
            <a:extLst>
              <a:ext uri="{FF2B5EF4-FFF2-40B4-BE49-F238E27FC236}">
                <a16:creationId xmlns:a16="http://schemas.microsoft.com/office/drawing/2014/main" id="{27BC79E0-B5DD-F5C3-F4B8-129E27B4D7B6}"/>
              </a:ext>
            </a:extLst>
          </p:cNvPr>
          <p:cNvSpPr txBox="1"/>
          <p:nvPr/>
        </p:nvSpPr>
        <p:spPr>
          <a:xfrm>
            <a:off x="8004580" y="1181100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2" name="TextBox 50">
            <a:extLst>
              <a:ext uri="{FF2B5EF4-FFF2-40B4-BE49-F238E27FC236}">
                <a16:creationId xmlns:a16="http://schemas.microsoft.com/office/drawing/2014/main" id="{D534BC39-6A4C-25C8-22B1-64D0DE2197B2}"/>
              </a:ext>
            </a:extLst>
          </p:cNvPr>
          <p:cNvSpPr txBox="1"/>
          <p:nvPr/>
        </p:nvSpPr>
        <p:spPr>
          <a:xfrm>
            <a:off x="8004580" y="1843953"/>
            <a:ext cx="7311620" cy="71500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5" name="TextBox 50">
            <a:extLst>
              <a:ext uri="{FF2B5EF4-FFF2-40B4-BE49-F238E27FC236}">
                <a16:creationId xmlns:a16="http://schemas.microsoft.com/office/drawing/2014/main" id="{2EE128EC-82FC-0DA4-61ED-98CF87D7F267}"/>
              </a:ext>
            </a:extLst>
          </p:cNvPr>
          <p:cNvSpPr txBox="1"/>
          <p:nvPr/>
        </p:nvSpPr>
        <p:spPr>
          <a:xfrm>
            <a:off x="7699879" y="2545315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{{</a:t>
            </a:r>
            <a:r>
              <a:rPr lang="ko-KR" altLang="en-US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목차</a:t>
            </a: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2}}</a:t>
            </a:r>
            <a:endParaRPr lang="en-US" sz="3600" dirty="0">
              <a:solidFill>
                <a:srgbClr val="000000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6" name="TextBox 64">
            <a:extLst>
              <a:ext uri="{FF2B5EF4-FFF2-40B4-BE49-F238E27FC236}">
                <a16:creationId xmlns:a16="http://schemas.microsoft.com/office/drawing/2014/main" id="{A53174BD-837C-310B-9795-C06D866EB3A3}"/>
              </a:ext>
            </a:extLst>
          </p:cNvPr>
          <p:cNvSpPr txBox="1"/>
          <p:nvPr/>
        </p:nvSpPr>
        <p:spPr>
          <a:xfrm>
            <a:off x="6789862" y="2929587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02</a:t>
            </a:r>
            <a:endParaRPr lang="en-US" sz="2800" dirty="0">
              <a:solidFill>
                <a:srgbClr val="FA643F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7" name="TextBox 50">
            <a:extLst>
              <a:ext uri="{FF2B5EF4-FFF2-40B4-BE49-F238E27FC236}">
                <a16:creationId xmlns:a16="http://schemas.microsoft.com/office/drawing/2014/main" id="{0CFF5AA5-E392-360C-4E65-05025C15A0A1}"/>
              </a:ext>
            </a:extLst>
          </p:cNvPr>
          <p:cNvSpPr txBox="1"/>
          <p:nvPr/>
        </p:nvSpPr>
        <p:spPr>
          <a:xfrm>
            <a:off x="8009062" y="3154915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8" name="TextBox 50">
            <a:extLst>
              <a:ext uri="{FF2B5EF4-FFF2-40B4-BE49-F238E27FC236}">
                <a16:creationId xmlns:a16="http://schemas.microsoft.com/office/drawing/2014/main" id="{A13991DB-5F7D-3BCA-58B2-BB44CFEA8A0A}"/>
              </a:ext>
            </a:extLst>
          </p:cNvPr>
          <p:cNvSpPr txBox="1"/>
          <p:nvPr/>
        </p:nvSpPr>
        <p:spPr>
          <a:xfrm>
            <a:off x="8009062" y="3817768"/>
            <a:ext cx="7311620" cy="71500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TextBox 50">
            <a:extLst>
              <a:ext uri="{FF2B5EF4-FFF2-40B4-BE49-F238E27FC236}">
                <a16:creationId xmlns:a16="http://schemas.microsoft.com/office/drawing/2014/main" id="{EB8DEDE8-7296-0321-AD92-F6B8613B9F61}"/>
              </a:ext>
            </a:extLst>
          </p:cNvPr>
          <p:cNvSpPr txBox="1"/>
          <p:nvPr/>
        </p:nvSpPr>
        <p:spPr>
          <a:xfrm>
            <a:off x="7726773" y="4541006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{{</a:t>
            </a:r>
            <a:r>
              <a:rPr lang="ko-KR" altLang="en-US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목차</a:t>
            </a:r>
            <a:r>
              <a:rPr lang="en-US" altLang="ko-KR" sz="3600">
                <a:solidFill>
                  <a:srgbClr val="0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3}}</a:t>
            </a:r>
            <a:endParaRPr lang="en-US" sz="3600" dirty="0">
              <a:solidFill>
                <a:srgbClr val="000000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0" name="TextBox 64">
            <a:extLst>
              <a:ext uri="{FF2B5EF4-FFF2-40B4-BE49-F238E27FC236}">
                <a16:creationId xmlns:a16="http://schemas.microsoft.com/office/drawing/2014/main" id="{2C9E0EB7-DE52-BB07-0172-C698387D0001}"/>
              </a:ext>
            </a:extLst>
          </p:cNvPr>
          <p:cNvSpPr txBox="1"/>
          <p:nvPr/>
        </p:nvSpPr>
        <p:spPr>
          <a:xfrm>
            <a:off x="6816756" y="4925278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03</a:t>
            </a:r>
            <a:endParaRPr lang="en-US" sz="2800" dirty="0">
              <a:solidFill>
                <a:srgbClr val="FA643F"/>
              </a:solidFill>
              <a:latin typeface="나눔스퀘어OTF Bold" panose="020B0600000101010101" pitchFamily="34" charset="-127"/>
              <a:ea typeface="나눔스퀘어OTF Bold" panose="020B0600000101010101" pitchFamily="34" charset="-127"/>
            </a:endParaRPr>
          </a:p>
        </p:txBody>
      </p:sp>
      <p:sp>
        <p:nvSpPr>
          <p:cNvPr id="12" name="TextBox 50">
            <a:extLst>
              <a:ext uri="{FF2B5EF4-FFF2-40B4-BE49-F238E27FC236}">
                <a16:creationId xmlns:a16="http://schemas.microsoft.com/office/drawing/2014/main" id="{F01CF2C4-A7D3-EA9C-2D44-F350F50789CD}"/>
              </a:ext>
            </a:extLst>
          </p:cNvPr>
          <p:cNvSpPr txBox="1"/>
          <p:nvPr/>
        </p:nvSpPr>
        <p:spPr>
          <a:xfrm>
            <a:off x="8035956" y="5150606"/>
            <a:ext cx="7311620" cy="74340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TextBox 50">
            <a:extLst>
              <a:ext uri="{FF2B5EF4-FFF2-40B4-BE49-F238E27FC236}">
                <a16:creationId xmlns:a16="http://schemas.microsoft.com/office/drawing/2014/main" id="{17B06540-F31A-64D3-FB04-C9AAA9DFE41E}"/>
              </a:ext>
            </a:extLst>
          </p:cNvPr>
          <p:cNvSpPr txBox="1"/>
          <p:nvPr/>
        </p:nvSpPr>
        <p:spPr>
          <a:xfrm>
            <a:off x="8035956" y="5813459"/>
            <a:ext cx="7311620" cy="71500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상세목차</a:t>
            </a:r>
            <a:r>
              <a:rPr lang="en-US" altLang="ko-KR" sz="2800">
                <a:solidFill>
                  <a:srgbClr val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2}}</a:t>
            </a:r>
            <a:endParaRPr lang="en-US" sz="2800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564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0">
            <a:extLst>
              <a:ext uri="{FF2B5EF4-FFF2-40B4-BE49-F238E27FC236}">
                <a16:creationId xmlns:a16="http://schemas.microsoft.com/office/drawing/2014/main" id="{A368D2C8-25E0-4845-1349-0BE0200766A1}"/>
              </a:ext>
            </a:extLst>
          </p:cNvPr>
          <p:cNvSpPr txBox="1"/>
          <p:nvPr/>
        </p:nvSpPr>
        <p:spPr>
          <a:xfrm>
            <a:off x="1905000" y="554632"/>
            <a:ext cx="10744200" cy="778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{{</a:t>
            </a:r>
            <a:r>
              <a:rPr lang="ko-KR" alt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개요</a:t>
            </a:r>
            <a:r>
              <a:rPr lang="en-US" altLang="ko-KR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}}</a:t>
            </a:r>
            <a:endParaRPr lang="en-US" sz="4599" dirty="0">
              <a:solidFill>
                <a:srgbClr val="000000"/>
              </a:solidFill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sp>
        <p:nvSpPr>
          <p:cNvPr id="3" name="AutoShape 51">
            <a:extLst>
              <a:ext uri="{FF2B5EF4-FFF2-40B4-BE49-F238E27FC236}">
                <a16:creationId xmlns:a16="http://schemas.microsoft.com/office/drawing/2014/main" id="{C3D0353A-B1F8-90DA-3690-4FA076E56FB1}"/>
              </a:ext>
            </a:extLst>
          </p:cNvPr>
          <p:cNvSpPr/>
          <p:nvPr/>
        </p:nvSpPr>
        <p:spPr>
          <a:xfrm flipV="1">
            <a:off x="1600200" y="266700"/>
            <a:ext cx="0" cy="1081862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64">
            <a:extLst>
              <a:ext uri="{FF2B5EF4-FFF2-40B4-BE49-F238E27FC236}">
                <a16:creationId xmlns:a16="http://schemas.microsoft.com/office/drawing/2014/main" id="{ABA36B85-BCFE-B4B6-951C-9141198480AF}"/>
              </a:ext>
            </a:extLst>
          </p:cNvPr>
          <p:cNvSpPr txBox="1"/>
          <p:nvPr/>
        </p:nvSpPr>
        <p:spPr>
          <a:xfrm>
            <a:off x="774346" y="282575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 dirty="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56E78-3835-BF0D-48C0-C8773BBB9936}"/>
              </a:ext>
            </a:extLst>
          </p:cNvPr>
          <p:cNvSpPr txBox="1"/>
          <p:nvPr/>
        </p:nvSpPr>
        <p:spPr>
          <a:xfrm>
            <a:off x="8461735" y="999417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- 1 -</a:t>
            </a:r>
            <a:endParaRPr lang="ko-KR" altLang="en-US" sz="14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43" name="AutoShape 9">
            <a:extLst>
              <a:ext uri="{FF2B5EF4-FFF2-40B4-BE49-F238E27FC236}">
                <a16:creationId xmlns:a16="http://schemas.microsoft.com/office/drawing/2014/main" id="{5DC10B01-FA41-94B5-8691-660D79421CA8}"/>
              </a:ext>
            </a:extLst>
          </p:cNvPr>
          <p:cNvSpPr/>
          <p:nvPr/>
        </p:nvSpPr>
        <p:spPr>
          <a:xfrm>
            <a:off x="278046" y="2400300"/>
            <a:ext cx="6198953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4EA6C043-3407-68C5-6116-2074B65AB08E}"/>
              </a:ext>
            </a:extLst>
          </p:cNvPr>
          <p:cNvSpPr txBox="1"/>
          <p:nvPr/>
        </p:nvSpPr>
        <p:spPr>
          <a:xfrm>
            <a:off x="278047" y="1790700"/>
            <a:ext cx="5181600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 u="none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설명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1}}</a:t>
            </a:r>
            <a:endParaRPr lang="en-US" altLang="ko-KR" sz="27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AutoShape 9">
            <a:extLst>
              <a:ext uri="{FF2B5EF4-FFF2-40B4-BE49-F238E27FC236}">
                <a16:creationId xmlns:a16="http://schemas.microsoft.com/office/drawing/2014/main" id="{5DB09836-8797-F40C-5DF2-A1195A8B7404}"/>
              </a:ext>
            </a:extLst>
          </p:cNvPr>
          <p:cNvSpPr/>
          <p:nvPr/>
        </p:nvSpPr>
        <p:spPr>
          <a:xfrm>
            <a:off x="6781800" y="2400300"/>
            <a:ext cx="11407283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TextBox 8">
            <a:extLst>
              <a:ext uri="{FF2B5EF4-FFF2-40B4-BE49-F238E27FC236}">
                <a16:creationId xmlns:a16="http://schemas.microsoft.com/office/drawing/2014/main" id="{CE4D6E7A-4874-F1B1-E4B5-539FAC3FD40F}"/>
              </a:ext>
            </a:extLst>
          </p:cNvPr>
          <p:cNvSpPr txBox="1"/>
          <p:nvPr/>
        </p:nvSpPr>
        <p:spPr>
          <a:xfrm>
            <a:off x="6792686" y="1790700"/>
            <a:ext cx="10934029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설명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2}}</a:t>
            </a:r>
            <a:endParaRPr lang="en-US" altLang="ko-KR" sz="24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098EEC8F-6526-444F-4A14-1B47C1AB2F63}"/>
              </a:ext>
            </a:extLst>
          </p:cNvPr>
          <p:cNvSpPr txBox="1"/>
          <p:nvPr/>
        </p:nvSpPr>
        <p:spPr>
          <a:xfrm>
            <a:off x="6792686" y="2400300"/>
            <a:ext cx="5727005" cy="37972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_3}}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41" name="이등변 삼각형 1040">
            <a:extLst>
              <a:ext uri="{FF2B5EF4-FFF2-40B4-BE49-F238E27FC236}">
                <a16:creationId xmlns:a16="http://schemas.microsoft.com/office/drawing/2014/main" id="{C318A1A2-E589-4276-9834-76D9D43A71E2}"/>
              </a:ext>
            </a:extLst>
          </p:cNvPr>
          <p:cNvSpPr/>
          <p:nvPr/>
        </p:nvSpPr>
        <p:spPr>
          <a:xfrm rot="10800000">
            <a:off x="6898002" y="6562666"/>
            <a:ext cx="4956266" cy="547374"/>
          </a:xfrm>
          <a:prstGeom prst="triangle">
            <a:avLst>
              <a:gd name="adj" fmla="val 510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6C9C4A6B-1E67-20D8-E32C-60FD8C47180B}"/>
              </a:ext>
            </a:extLst>
          </p:cNvPr>
          <p:cNvSpPr txBox="1"/>
          <p:nvPr/>
        </p:nvSpPr>
        <p:spPr>
          <a:xfrm>
            <a:off x="6787749" y="7696703"/>
            <a:ext cx="49562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8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필요시 개요에 대한 문제점 강조</a:t>
            </a:r>
            <a:r>
              <a:rPr lang="en-US" altLang="ko-KR" sz="28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}}</a:t>
            </a:r>
            <a:endParaRPr lang="en-US" altLang="ko-KR" sz="2800" dirty="0"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AD214F7C-7920-9EA0-B6D8-DBC4DF35E889}"/>
              </a:ext>
            </a:extLst>
          </p:cNvPr>
          <p:cNvSpPr txBox="1"/>
          <p:nvPr/>
        </p:nvSpPr>
        <p:spPr>
          <a:xfrm>
            <a:off x="278046" y="2480247"/>
            <a:ext cx="5727005" cy="37972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설명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내용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_3}}</a:t>
            </a:r>
          </a:p>
          <a:p>
            <a:pPr marL="285750" indent="-285750">
              <a:lnSpc>
                <a:spcPts val="196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5AABC3BA-9DC3-A47B-0FA9-0203FF6C5706}"/>
              </a:ext>
            </a:extLst>
          </p:cNvPr>
          <p:cNvSpPr txBox="1"/>
          <p:nvPr/>
        </p:nvSpPr>
        <p:spPr>
          <a:xfrm>
            <a:off x="12835378" y="2616469"/>
            <a:ext cx="5151327" cy="737770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>
              <a:lnSpc>
                <a:spcPts val="1960"/>
              </a:lnSpc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개요에 대해 설명할 수 있는 이미지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}}</a:t>
            </a: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51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1">
            <a:extLst>
              <a:ext uri="{FF2B5EF4-FFF2-40B4-BE49-F238E27FC236}">
                <a16:creationId xmlns:a16="http://schemas.microsoft.com/office/drawing/2014/main" id="{C3D0353A-B1F8-90DA-3690-4FA076E56FB1}"/>
              </a:ext>
            </a:extLst>
          </p:cNvPr>
          <p:cNvSpPr/>
          <p:nvPr/>
        </p:nvSpPr>
        <p:spPr>
          <a:xfrm flipV="1">
            <a:off x="1600200" y="266700"/>
            <a:ext cx="0" cy="1081862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64">
            <a:extLst>
              <a:ext uri="{FF2B5EF4-FFF2-40B4-BE49-F238E27FC236}">
                <a16:creationId xmlns:a16="http://schemas.microsoft.com/office/drawing/2014/main" id="{ABA36B85-BCFE-B4B6-951C-9141198480AF}"/>
              </a:ext>
            </a:extLst>
          </p:cNvPr>
          <p:cNvSpPr txBox="1"/>
          <p:nvPr/>
        </p:nvSpPr>
        <p:spPr>
          <a:xfrm>
            <a:off x="774346" y="282575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 dirty="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C60FF-5C4D-A62D-DC50-29A122E728E8}"/>
              </a:ext>
            </a:extLst>
          </p:cNvPr>
          <p:cNvSpPr txBox="1"/>
          <p:nvPr/>
        </p:nvSpPr>
        <p:spPr>
          <a:xfrm>
            <a:off x="8461735" y="999417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- 13 -</a:t>
            </a:r>
            <a:endParaRPr lang="ko-KR" altLang="en-US" sz="14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6" name="TextBox 50">
            <a:extLst>
              <a:ext uri="{FF2B5EF4-FFF2-40B4-BE49-F238E27FC236}">
                <a16:creationId xmlns:a16="http://schemas.microsoft.com/office/drawing/2014/main" id="{5C09C2DE-C364-9489-B7AD-C001DB5CA174}"/>
              </a:ext>
            </a:extLst>
          </p:cNvPr>
          <p:cNvSpPr txBox="1"/>
          <p:nvPr/>
        </p:nvSpPr>
        <p:spPr>
          <a:xfrm>
            <a:off x="1905000" y="554632"/>
            <a:ext cx="12496800" cy="778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</a:pPr>
            <a:r>
              <a:rPr lang="en-US" altLang="ko-KR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{{</a:t>
            </a:r>
            <a:r>
              <a:rPr lang="ko-KR" alt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전략</a:t>
            </a:r>
            <a:r>
              <a:rPr lang="en-US" altLang="ko-KR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}}</a:t>
            </a:r>
            <a:endParaRPr lang="en-US" sz="4599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78653A6F-A14E-4E0D-C3AA-1DCF27F86E41}"/>
              </a:ext>
            </a:extLst>
          </p:cNvPr>
          <p:cNvSpPr txBox="1"/>
          <p:nvPr/>
        </p:nvSpPr>
        <p:spPr>
          <a:xfrm>
            <a:off x="6366994" y="1904496"/>
            <a:ext cx="7958606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전략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2}}</a:t>
            </a:r>
            <a:endParaRPr lang="en-US" altLang="ko-KR" sz="27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C173D0DF-8DFD-D040-E859-F8B103A77CED}"/>
              </a:ext>
            </a:extLst>
          </p:cNvPr>
          <p:cNvSpPr/>
          <p:nvPr/>
        </p:nvSpPr>
        <p:spPr>
          <a:xfrm>
            <a:off x="6279600" y="2468964"/>
            <a:ext cx="5688000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A9FB2C-7340-A221-B893-814170DDBAE3}"/>
              </a:ext>
            </a:extLst>
          </p:cNvPr>
          <p:cNvSpPr txBox="1"/>
          <p:nvPr/>
        </p:nvSpPr>
        <p:spPr>
          <a:xfrm>
            <a:off x="12420600" y="1904496"/>
            <a:ext cx="5181600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전략</a:t>
            </a:r>
            <a:r>
              <a:rPr lang="en-US" altLang="ko-KR" sz="2700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3}}</a:t>
            </a:r>
            <a:endParaRPr lang="en-US" altLang="ko-KR" sz="27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AutoShape 9">
            <a:extLst>
              <a:ext uri="{FF2B5EF4-FFF2-40B4-BE49-F238E27FC236}">
                <a16:creationId xmlns:a16="http://schemas.microsoft.com/office/drawing/2014/main" id="{A2F5F1BA-033B-835F-1216-CC4353BCE1AC}"/>
              </a:ext>
            </a:extLst>
          </p:cNvPr>
          <p:cNvSpPr/>
          <p:nvPr/>
        </p:nvSpPr>
        <p:spPr>
          <a:xfrm>
            <a:off x="12420600" y="2468964"/>
            <a:ext cx="5688000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DF851-7DBA-A99A-45C4-FA886494185D}"/>
              </a:ext>
            </a:extLst>
          </p:cNvPr>
          <p:cNvSpPr txBox="1"/>
          <p:nvPr/>
        </p:nvSpPr>
        <p:spPr>
          <a:xfrm>
            <a:off x="152400" y="1904496"/>
            <a:ext cx="5181600" cy="461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  <a:spcBef>
                <a:spcPct val="0"/>
              </a:spcBef>
            </a:pPr>
            <a:r>
              <a:rPr lang="en-US" altLang="ko-KR" sz="2700" u="none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{{</a:t>
            </a:r>
            <a:r>
              <a:rPr lang="ko-KR" altLang="en-US" sz="2700" u="none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전략</a:t>
            </a:r>
            <a:r>
              <a:rPr lang="en-US" altLang="ko-KR" sz="2700" u="none"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1}}</a:t>
            </a:r>
            <a:endParaRPr lang="en-US" altLang="ko-KR" sz="2700" u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id="{ADA6EBA3-632A-3D83-6895-4CD48D4681F9}"/>
              </a:ext>
            </a:extLst>
          </p:cNvPr>
          <p:cNvSpPr/>
          <p:nvPr/>
        </p:nvSpPr>
        <p:spPr>
          <a:xfrm>
            <a:off x="152400" y="2468964"/>
            <a:ext cx="5688000" cy="0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E65D58D0-CDDD-ACA9-4CA2-B6A5585FFAD0}"/>
              </a:ext>
            </a:extLst>
          </p:cNvPr>
          <p:cNvSpPr/>
          <p:nvPr/>
        </p:nvSpPr>
        <p:spPr>
          <a:xfrm>
            <a:off x="6207600" y="2921775"/>
            <a:ext cx="5760000" cy="2525200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41F4DBE-7AB2-2D71-B933-9C767012AAA9}"/>
              </a:ext>
            </a:extLst>
          </p:cNvPr>
          <p:cNvSpPr/>
          <p:nvPr/>
        </p:nvSpPr>
        <p:spPr>
          <a:xfrm>
            <a:off x="12315192" y="2921775"/>
            <a:ext cx="5760000" cy="2474240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688914F1-95B5-69AE-7B7C-020B23B13C3A}"/>
              </a:ext>
            </a:extLst>
          </p:cNvPr>
          <p:cNvSpPr/>
          <p:nvPr/>
        </p:nvSpPr>
        <p:spPr>
          <a:xfrm>
            <a:off x="170329" y="2921775"/>
            <a:ext cx="5760000" cy="2525200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BDFD6A-6D90-29DD-81E7-0E91AFA4D60C}"/>
              </a:ext>
            </a:extLst>
          </p:cNvPr>
          <p:cNvSpPr txBox="1"/>
          <p:nvPr/>
        </p:nvSpPr>
        <p:spPr>
          <a:xfrm>
            <a:off x="334367" y="4284297"/>
            <a:ext cx="4954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_2}}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F8C0E8-0398-43FB-6FBB-68BD1201130C}"/>
              </a:ext>
            </a:extLst>
          </p:cNvPr>
          <p:cNvSpPr txBox="1"/>
          <p:nvPr/>
        </p:nvSpPr>
        <p:spPr>
          <a:xfrm>
            <a:off x="356779" y="3202926"/>
            <a:ext cx="4954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_1}}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0DF77-2B08-A06A-D29C-620D2454BDF8}"/>
              </a:ext>
            </a:extLst>
          </p:cNvPr>
          <p:cNvSpPr txBox="1"/>
          <p:nvPr/>
        </p:nvSpPr>
        <p:spPr>
          <a:xfrm>
            <a:off x="6366994" y="4284297"/>
            <a:ext cx="4954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_2}}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D0A47C-DCA1-9C74-7C14-E9854798D8E3}"/>
              </a:ext>
            </a:extLst>
          </p:cNvPr>
          <p:cNvSpPr txBox="1"/>
          <p:nvPr/>
        </p:nvSpPr>
        <p:spPr>
          <a:xfrm>
            <a:off x="6389406" y="3202926"/>
            <a:ext cx="4954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 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_1}}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52EEC-B8B8-7C72-40E0-8BDBE784699F}"/>
              </a:ext>
            </a:extLst>
          </p:cNvPr>
          <p:cNvSpPr txBox="1"/>
          <p:nvPr/>
        </p:nvSpPr>
        <p:spPr>
          <a:xfrm>
            <a:off x="12443012" y="4284297"/>
            <a:ext cx="4954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_2}}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D5FB27-1529-C25D-66CF-9EB5853215ED}"/>
              </a:ext>
            </a:extLst>
          </p:cNvPr>
          <p:cNvSpPr txBox="1"/>
          <p:nvPr/>
        </p:nvSpPr>
        <p:spPr>
          <a:xfrm>
            <a:off x="12465424" y="3202926"/>
            <a:ext cx="4954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전략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상세 내용</a:t>
            </a:r>
            <a:r>
              <a:rPr lang="en-US" altLang="ko-KR" sz="20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_1}}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83C05350-C7FC-3FCC-C954-8D9D49F3B2CB}"/>
              </a:ext>
            </a:extLst>
          </p:cNvPr>
          <p:cNvSpPr txBox="1"/>
          <p:nvPr/>
        </p:nvSpPr>
        <p:spPr>
          <a:xfrm>
            <a:off x="216771" y="5670865"/>
            <a:ext cx="5727005" cy="406150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전략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이미지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}}</a:t>
            </a: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DA15051C-4F02-B8F4-4DCE-75E26A27F1E8}"/>
              </a:ext>
            </a:extLst>
          </p:cNvPr>
          <p:cNvSpPr txBox="1"/>
          <p:nvPr/>
        </p:nvSpPr>
        <p:spPr>
          <a:xfrm>
            <a:off x="6055432" y="5651551"/>
            <a:ext cx="5727005" cy="406150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전략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이미지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}}</a:t>
            </a: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C5C0F7C6-573B-2A6F-01FE-4F6BD693308A}"/>
              </a:ext>
            </a:extLst>
          </p:cNvPr>
          <p:cNvSpPr txBox="1"/>
          <p:nvPr/>
        </p:nvSpPr>
        <p:spPr>
          <a:xfrm>
            <a:off x="12420600" y="5638851"/>
            <a:ext cx="5727005" cy="406150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전략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이미지</a:t>
            </a:r>
            <a:r>
              <a:rPr lang="en-US" altLang="ko-KR" sz="200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}}</a:t>
            </a:r>
            <a:endParaRPr lang="en-US" altLang="ko-KR" sz="2000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5956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0">
            <a:extLst>
              <a:ext uri="{FF2B5EF4-FFF2-40B4-BE49-F238E27FC236}">
                <a16:creationId xmlns:a16="http://schemas.microsoft.com/office/drawing/2014/main" id="{A368D2C8-25E0-4845-1349-0BE0200766A1}"/>
              </a:ext>
            </a:extLst>
          </p:cNvPr>
          <p:cNvSpPr txBox="1"/>
          <p:nvPr/>
        </p:nvSpPr>
        <p:spPr>
          <a:xfrm>
            <a:off x="1905000" y="554632"/>
            <a:ext cx="12496800" cy="778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{{</a:t>
            </a:r>
            <a:r>
              <a:rPr lang="ko-KR" altLang="en-US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결론 및 기대효과</a:t>
            </a:r>
            <a:r>
              <a:rPr lang="en-US" altLang="ko-KR" sz="4599">
                <a:solidFill>
                  <a:srgbClr val="00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}}</a:t>
            </a:r>
            <a:endParaRPr lang="en-US" sz="4599" dirty="0">
              <a:solidFill>
                <a:srgbClr val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3" name="AutoShape 51">
            <a:extLst>
              <a:ext uri="{FF2B5EF4-FFF2-40B4-BE49-F238E27FC236}">
                <a16:creationId xmlns:a16="http://schemas.microsoft.com/office/drawing/2014/main" id="{C3D0353A-B1F8-90DA-3690-4FA076E56FB1}"/>
              </a:ext>
            </a:extLst>
          </p:cNvPr>
          <p:cNvSpPr/>
          <p:nvPr/>
        </p:nvSpPr>
        <p:spPr>
          <a:xfrm flipV="1">
            <a:off x="1600200" y="266700"/>
            <a:ext cx="0" cy="1081862"/>
          </a:xfrm>
          <a:prstGeom prst="line">
            <a:avLst/>
          </a:prstGeom>
          <a:ln w="25400" cap="flat">
            <a:solidFill>
              <a:srgbClr val="FA643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64">
            <a:extLst>
              <a:ext uri="{FF2B5EF4-FFF2-40B4-BE49-F238E27FC236}">
                <a16:creationId xmlns:a16="http://schemas.microsoft.com/office/drawing/2014/main" id="{ABA36B85-BCFE-B4B6-951C-9141198480AF}"/>
              </a:ext>
            </a:extLst>
          </p:cNvPr>
          <p:cNvSpPr txBox="1"/>
          <p:nvPr/>
        </p:nvSpPr>
        <p:spPr>
          <a:xfrm>
            <a:off x="774346" y="282575"/>
            <a:ext cx="749654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49"/>
              </a:lnSpc>
            </a:pPr>
            <a:r>
              <a:rPr lang="en-US" sz="2800" dirty="0">
                <a:solidFill>
                  <a:srgbClr val="FA643F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08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BB649D62-AAB0-B474-07AC-E8DCBB2B53C3}"/>
              </a:ext>
            </a:extLst>
          </p:cNvPr>
          <p:cNvSpPr/>
          <p:nvPr/>
        </p:nvSpPr>
        <p:spPr>
          <a:xfrm>
            <a:off x="1122669" y="2165713"/>
            <a:ext cx="3906531" cy="2291987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CC00F-715D-7156-1EF5-A335198971AD}"/>
              </a:ext>
            </a:extLst>
          </p:cNvPr>
          <p:cNvSpPr txBox="1"/>
          <p:nvPr/>
        </p:nvSpPr>
        <p:spPr>
          <a:xfrm>
            <a:off x="1394563" y="2781300"/>
            <a:ext cx="3362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결론</a:t>
            </a: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1_</a:t>
            </a:r>
            <a:r>
              <a:rPr lang="ko-KR" altLang="en-US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요약</a:t>
            </a: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}}</a:t>
            </a:r>
            <a:endParaRPr lang="en-US" altLang="ko-KR" sz="280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DDA99-A1E2-6E67-367C-223C15F7C485}"/>
              </a:ext>
            </a:extLst>
          </p:cNvPr>
          <p:cNvSpPr txBox="1"/>
          <p:nvPr/>
        </p:nvSpPr>
        <p:spPr>
          <a:xfrm>
            <a:off x="5862084" y="2282307"/>
            <a:ext cx="780503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181A2E79-C300-C46E-5CB2-2EFAA942E89D}"/>
              </a:ext>
            </a:extLst>
          </p:cNvPr>
          <p:cNvSpPr/>
          <p:nvPr/>
        </p:nvSpPr>
        <p:spPr>
          <a:xfrm>
            <a:off x="1124100" y="4835707"/>
            <a:ext cx="3906531" cy="2291987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58526F8-8E30-9FF0-C45B-6ECA7DDB4C83}"/>
              </a:ext>
            </a:extLst>
          </p:cNvPr>
          <p:cNvSpPr/>
          <p:nvPr/>
        </p:nvSpPr>
        <p:spPr>
          <a:xfrm>
            <a:off x="1122668" y="7475168"/>
            <a:ext cx="3906531" cy="2291987"/>
          </a:xfrm>
          <a:custGeom>
            <a:avLst/>
            <a:gdLst/>
            <a:ahLst/>
            <a:cxnLst/>
            <a:rect l="l" t="t" r="r" b="b"/>
            <a:pathLst>
              <a:path w="942048" h="437265">
                <a:moveTo>
                  <a:pt x="0" y="0"/>
                </a:moveTo>
                <a:lnTo>
                  <a:pt x="942048" y="0"/>
                </a:lnTo>
                <a:lnTo>
                  <a:pt x="942048" y="437265"/>
                </a:lnTo>
                <a:lnTo>
                  <a:pt x="0" y="437265"/>
                </a:lnTo>
                <a:close/>
              </a:path>
            </a:pathLst>
          </a:custGeom>
          <a:solidFill>
            <a:srgbClr val="F1F1F1"/>
          </a:solidFill>
        </p:spPr>
        <p:txBody>
          <a:bodyPr/>
          <a:lstStyle/>
          <a:p>
            <a:endParaRPr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533EF0-5BA9-D724-C1A7-E4486CC186C4}"/>
              </a:ext>
            </a:extLst>
          </p:cNvPr>
          <p:cNvSpPr txBox="1"/>
          <p:nvPr/>
        </p:nvSpPr>
        <p:spPr>
          <a:xfrm>
            <a:off x="1394562" y="8206263"/>
            <a:ext cx="3362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결론</a:t>
            </a: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3_</a:t>
            </a:r>
            <a:r>
              <a:rPr lang="ko-KR" altLang="en-US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요약</a:t>
            </a:r>
            <a:r>
              <a:rPr lang="en-US" altLang="ko-KR" sz="28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}}</a:t>
            </a:r>
            <a:endParaRPr lang="en-US" altLang="ko-KR" sz="280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610A35-C87E-9EC0-ECBF-8DB87588F184}"/>
              </a:ext>
            </a:extLst>
          </p:cNvPr>
          <p:cNvSpPr txBox="1"/>
          <p:nvPr/>
        </p:nvSpPr>
        <p:spPr>
          <a:xfrm>
            <a:off x="1394561" y="5687989"/>
            <a:ext cx="3362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altLang="ko-KR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{{</a:t>
            </a:r>
            <a:r>
              <a:rPr lang="ko-KR" altLang="en-US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결론</a:t>
            </a:r>
            <a:r>
              <a:rPr lang="en-US" altLang="ko-KR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2_</a:t>
            </a:r>
            <a:r>
              <a:rPr lang="ko-KR" altLang="en-US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요약</a:t>
            </a:r>
            <a:r>
              <a:rPr lang="en-US" altLang="ko-KR" sz="2800"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}}</a:t>
            </a:r>
            <a:endParaRPr lang="en-US" altLang="ko-KR" sz="2800" dirty="0"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43D666-AA26-0976-ECF3-2DFCD20BDB2B}"/>
              </a:ext>
            </a:extLst>
          </p:cNvPr>
          <p:cNvSpPr txBox="1"/>
          <p:nvPr/>
        </p:nvSpPr>
        <p:spPr>
          <a:xfrm>
            <a:off x="5862084" y="5023313"/>
            <a:ext cx="780503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A1AB6C-9E11-E7C7-7B7E-C13421E3C270}"/>
              </a:ext>
            </a:extLst>
          </p:cNvPr>
          <p:cNvSpPr txBox="1"/>
          <p:nvPr/>
        </p:nvSpPr>
        <p:spPr>
          <a:xfrm>
            <a:off x="5867400" y="7708169"/>
            <a:ext cx="780503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_1}}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8AE996-2988-6FCB-193F-01220D7487FE}"/>
              </a:ext>
            </a:extLst>
          </p:cNvPr>
          <p:cNvSpPr txBox="1"/>
          <p:nvPr/>
        </p:nvSpPr>
        <p:spPr>
          <a:xfrm>
            <a:off x="8461735" y="999417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- 19 -</a:t>
            </a:r>
            <a:endParaRPr lang="ko-KR" altLang="en-US" sz="1400" dirty="0"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47008-7740-C531-B4CE-C082A9F75C84}"/>
              </a:ext>
            </a:extLst>
          </p:cNvPr>
          <p:cNvSpPr txBox="1"/>
          <p:nvPr/>
        </p:nvSpPr>
        <p:spPr>
          <a:xfrm>
            <a:off x="5862084" y="2832262"/>
            <a:ext cx="780503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66C886-BBE8-10CE-7430-B8BB4493D24F}"/>
              </a:ext>
            </a:extLst>
          </p:cNvPr>
          <p:cNvSpPr txBox="1"/>
          <p:nvPr/>
        </p:nvSpPr>
        <p:spPr>
          <a:xfrm>
            <a:off x="5862084" y="5577704"/>
            <a:ext cx="780503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00E51-809D-7797-A83C-0E69FD24E5C6}"/>
              </a:ext>
            </a:extLst>
          </p:cNvPr>
          <p:cNvSpPr txBox="1"/>
          <p:nvPr/>
        </p:nvSpPr>
        <p:spPr>
          <a:xfrm>
            <a:off x="5862084" y="8301216"/>
            <a:ext cx="7805036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{{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결론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대한 상세 설명</a:t>
            </a:r>
            <a:r>
              <a:rPr lang="en-US" altLang="ko-KR" sz="24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_2}}</a:t>
            </a:r>
            <a:endParaRPr lang="en-US" altLang="ko-KR" sz="24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188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8229600"/>
          </a:xfrm>
          <a:prstGeom prst="rect">
            <a:avLst/>
          </a:prstGeom>
          <a:solidFill>
            <a:srgbClr val="F1F1F1"/>
          </a:solidFill>
        </p:spPr>
      </p:sp>
      <p:grpSp>
        <p:nvGrpSpPr>
          <p:cNvPr id="3" name="Group 3"/>
          <p:cNvGrpSpPr/>
          <p:nvPr/>
        </p:nvGrpSpPr>
        <p:grpSpPr>
          <a:xfrm>
            <a:off x="2906845" y="4165815"/>
            <a:ext cx="12474310" cy="2809332"/>
            <a:chOff x="5" y="1138616"/>
            <a:chExt cx="16632413" cy="3745776"/>
          </a:xfrm>
        </p:grpSpPr>
        <p:sp>
          <p:nvSpPr>
            <p:cNvPr id="4" name="TextBox 4"/>
            <p:cNvSpPr txBox="1"/>
            <p:nvPr/>
          </p:nvSpPr>
          <p:spPr>
            <a:xfrm>
              <a:off x="10" y="1138616"/>
              <a:ext cx="16632404" cy="1847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800"/>
                </a:lnSpc>
                <a:spcBef>
                  <a:spcPct val="0"/>
                </a:spcBef>
              </a:pPr>
              <a:r>
                <a:rPr lang="en-US" sz="9000">
                  <a:solidFill>
                    <a:srgbClr val="000000"/>
                  </a:solidFill>
                  <a:latin typeface="Nanum Gothic Bold"/>
                  <a:ea typeface="Nanum Gothic Bold"/>
                </a:rPr>
                <a:t>Thank you!!</a:t>
              </a:r>
              <a:endParaRPr lang="en-US" sz="9000" dirty="0">
                <a:solidFill>
                  <a:srgbClr val="000000"/>
                </a:solidFill>
                <a:latin typeface="Nanum Gothic Bold"/>
                <a:ea typeface="Nanum Gothic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" y="4283682"/>
              <a:ext cx="16632413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endParaRPr lang="en-US" sz="2700" dirty="0">
                <a:solidFill>
                  <a:srgbClr val="000000"/>
                </a:solidFill>
                <a:latin typeface="Nanum Gothic"/>
                <a:ea typeface="Nanum Gothic"/>
              </a:endParaRPr>
            </a:p>
          </p:txBody>
        </p:sp>
        <p:sp>
          <p:nvSpPr>
            <p:cNvPr id="7" name="AutoShape 7"/>
            <p:cNvSpPr/>
            <p:nvPr/>
          </p:nvSpPr>
          <p:spPr>
            <a:xfrm rot="2624">
              <a:off x="7" y="3650949"/>
              <a:ext cx="16632408" cy="0"/>
            </a:xfrm>
            <a:prstGeom prst="line">
              <a:avLst/>
            </a:prstGeom>
            <a:ln w="25400" cap="flat">
              <a:solidFill>
                <a:srgbClr val="FA643F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4012</TotalTime>
  <Words>330</Words>
  <Application>Microsoft Office PowerPoint</Application>
  <PresentationFormat>사용자 지정</PresentationFormat>
  <Paragraphs>71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21" baseType="lpstr">
      <vt:lpstr>나눔스퀘어 ExtraBold</vt:lpstr>
      <vt:lpstr>Wingdings</vt:lpstr>
      <vt:lpstr>Nanum Gothic Bold</vt:lpstr>
      <vt:lpstr>나눔스퀘어 Bold</vt:lpstr>
      <vt:lpstr>Nanum Gothic</vt:lpstr>
      <vt:lpstr>Calibri</vt:lpstr>
      <vt:lpstr>나눔스퀘어OTF ExtraBold</vt:lpstr>
      <vt:lpstr>맑은 고딕</vt:lpstr>
      <vt:lpstr>나눔스퀘어</vt:lpstr>
      <vt:lpstr>Arial</vt:lpstr>
      <vt:lpstr>나눔스퀘어 Light</vt:lpstr>
      <vt:lpstr>나눔스퀘어OTF</vt:lpstr>
      <vt:lpstr>나눔스퀘어OTF_ac Bold</vt:lpstr>
      <vt:lpstr>나눔스퀘어OTF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 컨퍼런스</dc:title>
  <dc:creator>YEONJAI JI</dc:creator>
  <cp:lastModifiedBy>USER</cp:lastModifiedBy>
  <cp:revision>515</cp:revision>
  <dcterms:created xsi:type="dcterms:W3CDTF">2006-08-16T00:00:00Z</dcterms:created>
  <dcterms:modified xsi:type="dcterms:W3CDTF">2026-04-07T10:32:38Z</dcterms:modified>
  <dc:identifier>DAF_FQCEgw0</dc:identifier>
</cp:coreProperties>
</file>